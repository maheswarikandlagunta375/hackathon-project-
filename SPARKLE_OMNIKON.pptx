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19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F582F-86C1-31AE-FBD6-BCCCD96B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968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529830-193A-1CC4-7D8C-41C020C7FF47}"/>
              </a:ext>
            </a:extLst>
          </p:cNvPr>
          <p:cNvSpPr txBox="1"/>
          <p:nvPr/>
        </p:nvSpPr>
        <p:spPr>
          <a:xfrm>
            <a:off x="6734368" y="1228081"/>
            <a:ext cx="617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SPARKLE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BC479-6F50-0602-24C2-31FCDA73E86D}"/>
              </a:ext>
            </a:extLst>
          </p:cNvPr>
          <p:cNvSpPr txBox="1"/>
          <p:nvPr/>
        </p:nvSpPr>
        <p:spPr>
          <a:xfrm>
            <a:off x="6734368" y="2231720"/>
            <a:ext cx="6489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Maheswari   |   T. Sahasra</a:t>
            </a: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51EFB8-4090-BD9F-9EE9-A1E4E00A4C54}"/>
              </a:ext>
            </a:extLst>
          </p:cNvPr>
          <p:cNvSpPr txBox="1"/>
          <p:nvPr/>
        </p:nvSpPr>
        <p:spPr>
          <a:xfrm>
            <a:off x="6734368" y="3158414"/>
            <a:ext cx="66480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Distress Alerts for Women's Safety</a:t>
            </a:r>
            <a:endParaRPr lang="en-US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8D5290-389B-9A6E-9239-8EB0915CF082}"/>
              </a:ext>
            </a:extLst>
          </p:cNvPr>
          <p:cNvSpPr txBox="1"/>
          <p:nvPr/>
        </p:nvSpPr>
        <p:spPr>
          <a:xfrm>
            <a:off x="6615403" y="4170640"/>
            <a:ext cx="6727370" cy="962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safety apps depend on continuous internet and multiple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taps. In a real emergency — panic, poor network, or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locked phone — alerts are delayed or never sent, especially 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and low-connectivity areas.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2708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// 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(Idea Overview)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Multi-trigger SOS — 5x power-button press, a BLE wearable button, or the voice keyword “Help” — works even with the screen locked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fallback delivery: live alert over internet → auto-SMS over 2G if data fails → Bluetooth mesh relay via nearby SPARKLE users if there's no signal at 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7033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Silent, disguised mode — shows a fake incoming-call screen so an aggressor never suspects an alert was sent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4805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Breadcrumb safe-journey trail — shares live location with trusted contacts on timed journeys, auto-escalating if a check-in is missed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MISSION. BUILD THE </a:t>
            </a:r>
            <a:r>
              <a:rPr lang="en-US" sz="1000" kern="0" spc="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// 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49047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(Kotlin) app  •  ESP32 / nRF52 BLE wearable band  •  Node.js + Firebase backend  •  Twilio / telecom SMS gateway  •  BLE mesh relay layer  •  Maps API  •  112 India / Dial-100 API bridge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process for implementation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45920" y="3127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detected (button / BLE / voice)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344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45920" y="3566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available → live app alert + audio sent to contacts &amp; police dashboard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45920" y="40050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→ automatic SMS with GPS coordinates (2G fallback)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45920" y="444398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 → Bluetooth mesh relay through nearby SPARKLE phones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5920" y="488289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confirmed → contacts &amp; control room notified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MISSION. BUILD THE </a:t>
            </a:r>
            <a:r>
              <a:rPr lang="en-US" sz="1000" kern="0" spc="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// 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716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feasibility of the idea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1472184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any existing smartphone — no new device required for the core app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21396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1396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fallback works on basic 2G, reaching rural / low-connectivity 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34440" y="252374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5237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BOM under ₹500; reuses existing 112 India / Dial-100 infrastructure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3017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risks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3118104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4015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4015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alarms, battery drain on the wearable, sparse mesh coverage in low-density areas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7856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7856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concerns and cost of wearable adoption at scale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42793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these challenges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4379976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663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663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10-second cancel window + adaptive duty-cycling for battery (5+ days standby)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34440" y="504748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08760" y="50474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pilot in dense zones first (campuses, transit); SMS remains guaranteed fallback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34440" y="543153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54315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encrypted, opt-in location data with auto-delete; subsidized wearables via NGO/police partners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MISSION. BUILD THE </a:t>
            </a:r>
            <a:r>
              <a:rPr lang="en-US" sz="1000" kern="0" spc="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// 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49047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women in both urban high-density and rural low-connectivity areas a genuinely reliable way to call for help — restoring confidence to commute, work late, and travel independently, without depending on always-on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1272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31272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 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 reduces harm and builds trust in public spaces.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63931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6393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Economic:  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BOM cost + reuse of existing 112 infrastructure keeps city-wide rollout cheap.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1513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415137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/ Governance:  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alert data helps police &amp; NGOs identify unsafe hotspots and target resources.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MISSION. BUILD THE </a:t>
            </a:r>
            <a:r>
              <a:rPr lang="en-US" sz="1000" kern="0" spc="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// 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9047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3441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India — 112 India / Dial-100 Emergency Response Support System (ERSS), used as the escalation endpoint for verified alerts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1214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review of existing personal-safety apps (bSafe, Raksha, Himmat Plus) — core gap identified: all rely on continuous internet, motivating the 3-tier fallback design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04495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89864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mesh relay networking for offline communication — basis for the peer-to-peer alert propagation layer in signal-dead zones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67588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Women &amp; Child Development — Nirbhaya Fund safety-technology guidelines, referenced for scalable public-safety integration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599432"/>
            <a:ext cx="128016" cy="128016"/>
          </a:xfrm>
          <a:prstGeom prst="ellipse">
            <a:avLst/>
          </a:prstGeom>
          <a:ln w="19050">
            <a:solidFill>
              <a:srgbClr val="1F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45312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on SMS-based emergency alerting over 2G networks in low-connectivity regions — informing the guaranteed-delivery fallback tier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MISSION. BUILD THE </a:t>
            </a:r>
            <a:r>
              <a:rPr lang="en-US" sz="1000" kern="0" spc="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674</Words>
  <Application>Microsoft Office PowerPoint</Application>
  <PresentationFormat>Widescreen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KANDLAGUNTA MAHESWARI</cp:lastModifiedBy>
  <cp:revision>3</cp:revision>
  <dcterms:created xsi:type="dcterms:W3CDTF">2026-08-20T02:32:28Z</dcterms:created>
  <dcterms:modified xsi:type="dcterms:W3CDTF">2026-08-20T02:48:40Z</dcterms:modified>
</cp:coreProperties>
</file>